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Single Qubit Works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40080" y="2560320"/>
            <a:ext cx="1097280" cy="64008"/>
          </a:xfrm>
          <a:prstGeom prst="rect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9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Superposition, the Bloch sphere, gates and measurement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|ψ⟩ = α|0⟩ + β|1⟩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vs. Qubit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822960" cy="54864"/>
          </a:xfrm>
          <a:prstGeom prst="rect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3749040" cy="3017520"/>
          </a:xfrm>
          <a:prstGeom prst="roundRect">
            <a:avLst>
              <a:gd name="adj" fmla="val 3030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bit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11680"/>
            <a:ext cx="32918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exactly 0 or 1.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it never changes it.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possible states.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46320" y="1371600"/>
            <a:ext cx="3749040" cy="3017520"/>
          </a:xfrm>
          <a:prstGeom prst="roundRect">
            <a:avLst>
              <a:gd name="adj" fmla="val 3030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74920" y="1508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Qubit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074920" y="2011680"/>
            <a:ext cx="32918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Described by a state vector that can be 0, 1, or a blend of both.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it gives 0 or 1, but the state before measuring holds more information.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Qubit State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822960" cy="54864"/>
          </a:xfrm>
          <a:prstGeom prst="rect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|ψ⟩ = α|0⟩ + β|1⟩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423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|0⟩ and |1⟩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926080"/>
            <a:ext cx="210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basis states, like a bit’s 0 and 1. Written as vectors (1,0) and (0,1).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91840" y="228600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2423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and β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926080"/>
            <a:ext cx="210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amplitudes. They set how much of each basis state is in the mix.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35040" y="228600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2423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926080"/>
            <a:ext cx="210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|α|² + |β|² = 1, so the probabilities always add up to 100%.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Picture: Spin-1/2 in a 2D Hilbert Space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822960" cy="54864"/>
          </a:xfrm>
          <a:prstGeom prst="rect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3749040" cy="3108960"/>
          </a:xfrm>
          <a:prstGeom prst="roundRect">
            <a:avLst>
              <a:gd name="adj" fmla="val 2941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space C²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11680"/>
            <a:ext cx="32918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qubit lives in a 2-dimensional complex vector space. Physical example: spin of an electron, with |0⟩ = spin up (+ħ/2) and |1⟩ = spin down (−ħ/2) along z.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Stern–Gerlach: measuring along z only ever gives these two outcomes.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46320" y="1371600"/>
            <a:ext cx="3749040" cy="3108960"/>
          </a:xfrm>
          <a:prstGeom prst="roundRect">
            <a:avLst>
              <a:gd name="adj" fmla="val 2941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74920" y="1508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Pauli operators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074920" y="2011680"/>
            <a:ext cx="32918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σx = [[0, 1], [1, 0]]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σy = [[0, −i], [i, 0]]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σz = [[1, 0], [0, −1]]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Observables with eigenvalues ±1. Spin component S = (ħ/2)σ. They obey [σx, σy] = 2iσz.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Bloch Sphere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822960" cy="54864"/>
          </a:xfrm>
          <a:prstGeom prst="rect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1463040"/>
            <a:ext cx="2926080" cy="2926080"/>
          </a:xfrm>
          <a:prstGeom prst="ellipse">
            <a:avLst/>
          </a:prstGeom>
          <a:solidFill>
            <a:srgbClr val="1B2B45"/>
          </a:solidFill>
          <a:ln w="25400">
            <a:solidFill>
              <a:srgbClr val="4FD1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2560320"/>
            <a:ext cx="2926080" cy="731520"/>
          </a:xfrm>
          <a:prstGeom prst="ellipse">
            <a:avLst/>
          </a:prstGeom>
          <a:ln w="12700">
            <a:solidFill>
              <a:srgbClr val="A9B8CF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2651760" y="1463040"/>
            <a:ext cx="0" cy="2926080"/>
          </a:xfrm>
          <a:prstGeom prst="line">
            <a:avLst/>
          </a:prstGeom>
          <a:noFill/>
          <a:ln w="12700">
            <a:solidFill>
              <a:srgbClr val="A9B8C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2651760" y="2926080"/>
            <a:ext cx="914400" cy="-1005840"/>
          </a:xfrm>
          <a:prstGeom prst="line">
            <a:avLst/>
          </a:prstGeom>
          <a:noFill/>
          <a:ln w="38100">
            <a:solidFill>
              <a:srgbClr val="F6AD55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2286000" y="10972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|0⟩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286000" y="44348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|1⟩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1691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|ψ⟩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1371600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pure qubit state is a point on a sphere.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pole = |0⟩, south pole = |1⟩.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= equal superpositions, such as (|0⟩+|1⟩)/√2.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sets the balance of 0 vs 1; φ sets the relative phase.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|ψ⟩ = cos(θ/2)|0⟩ + e^(iφ) sin(θ/2)|1⟩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Gates: Rotations on the Sphere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822960" cy="54864"/>
          </a:xfrm>
          <a:prstGeom prst="rect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023360"/>
                <a:gridCol w="22860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FD1C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FD1C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FD1C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(NOT)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Flips |0⟩ ↔ |1⟩; 180° turn about the x-axis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|0⟩ → |1⟩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B4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3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Flips the phase of |1⟩; 180° turn about 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3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|+⟩ → |−⟩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365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 (Hadamard)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 or undoes an equal superposition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|0⟩ → (|0⟩+|1⟩)/√2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B4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Rx, Ry, Rz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3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Rotate by any chosen angle about an axis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3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any θ, φ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365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are reversible: each one is a rotation of the Bloch sphere (a unitary operation).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Evolution: Schrödinger Equation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822960" cy="54864"/>
          </a:xfrm>
          <a:prstGeom prst="rect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iħ d|ψ⟩/dt = H|ψ⟩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749040" cy="2377440"/>
          </a:xfrm>
          <a:prstGeom prst="roundRect">
            <a:avLst>
              <a:gd name="adj" fmla="val 3846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240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Qubit in a field B along z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43200"/>
            <a:ext cx="3291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(ħω₀/2) σz, with ω₀ = γB (Larmor frequency).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|ψ(t)⟩ = e^(−iHt/ħ)|ψ(0)⟩, a unitary operator.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846320" y="2103120"/>
            <a:ext cx="3749040" cy="2377440"/>
          </a:xfrm>
          <a:prstGeom prst="roundRect">
            <a:avLst>
              <a:gd name="adj" fmla="val 3846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74920" y="2240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Bloch sphere picture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074920" y="2743200"/>
            <a:ext cx="3291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splitting ħω₀ between |0⟩ and |1⟩.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precesses about the z-axis at ω₀: φ(t) = φ₀ − ω₀t. Populations stay fixed; only the phase changes.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a Qubit: Rabi Oscillations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822960" cy="54864"/>
          </a:xfrm>
          <a:prstGeom prst="rect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3749040" cy="3108960"/>
          </a:xfrm>
          <a:prstGeom prst="roundRect">
            <a:avLst>
              <a:gd name="adj" fmla="val 2941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Resonant drive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11680"/>
            <a:ext cx="32918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an oscillating field at ω = ω₀ with Rabi frequency Ω. In the rotating frame, H = (ħΩ/2) σx.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in |0⟩: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P(1) = sin²(Ωt/2)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46320" y="1371600"/>
            <a:ext cx="3749040" cy="3108960"/>
          </a:xfrm>
          <a:prstGeom prst="roundRect">
            <a:avLst>
              <a:gd name="adj" fmla="val 2941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74920" y="1508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Pulses are gates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074920" y="2011680"/>
            <a:ext cx="32918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π-pulse (Ωt = π): |0⟩ → |1⟩, the X gate.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π/2-pulse: |0⟩ → (|0⟩ − i|1⟩)/√2, an equator state.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length and phase set the rotation angle and axis.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822960" cy="54864"/>
          </a:xfrm>
          <a:prstGeom prst="rect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3749040" cy="3017520"/>
          </a:xfrm>
          <a:prstGeom prst="roundRect">
            <a:avLst>
              <a:gd name="adj" fmla="val 3030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11680"/>
            <a:ext cx="32918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P(0) = |α|²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P(1) = |β|²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a single classical bit. The superposition is gone afterwards.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46320" y="1371600"/>
            <a:ext cx="3749040" cy="3017520"/>
          </a:xfrm>
          <a:prstGeom prst="roundRect">
            <a:avLst>
              <a:gd name="adj" fmla="val 3030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74920" y="1508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074920" y="2011680"/>
            <a:ext cx="32918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(|0⟩ + |1⟩)/√2 gives 0 or 1 with 50% each.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reading 0, the qubit is exactly |0⟩ (collapse). Repeat the run many times to estimate α and β.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 Values and the Bloch Vector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822960" cy="54864"/>
          </a:xfrm>
          <a:prstGeom prst="rect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3749040" cy="3108960"/>
          </a:xfrm>
          <a:prstGeom prst="roundRect">
            <a:avLst>
              <a:gd name="adj" fmla="val 2941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 values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11680"/>
            <a:ext cx="32918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⟨σz⟩ = |α|² − |β|²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⟨σx⟩ = 2 Re(α*β)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⟨σy⟩ = 2 Im(α*β)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σx, σy or σz by rotating the basis before reading out.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46320" y="1371600"/>
            <a:ext cx="3749040" cy="3108960"/>
          </a:xfrm>
          <a:prstGeom prst="roundRect">
            <a:avLst>
              <a:gd name="adj" fmla="val 2941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74920" y="1508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Bloch vector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074920" y="2011680"/>
            <a:ext cx="32918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(⟨σx⟩, ⟨σy⟩, ⟨σz⟩)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pure state |r| = 1, so the state sits on the surface. The Born rule gives P(±) = (1 ± r·n)/2 for a measurement along axis n.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States: The Density Matrix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822960" cy="54864"/>
          </a:xfrm>
          <a:prstGeom prst="rect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½ (I + r · σ)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240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state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43200"/>
            <a:ext cx="2103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|ψ⟩⟨ψ|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ρ² = 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|r| = 1 (on the sphere)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91840" y="210312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2240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state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743200"/>
            <a:ext cx="2103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mixture, for example from noise or entanglement with the environment.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ρ² &lt; 1, |r| &lt; 1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35040" y="210312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2240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Maximally mixed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743200"/>
            <a:ext cx="2103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I/2, r = 0, the center of the ball. Equal chance of 0 or 1 in every basis.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Decoherence: T1 and T2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822960" cy="54864"/>
          </a:xfrm>
          <a:prstGeom prst="rect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relaxation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11680"/>
            <a:ext cx="21031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loss to the environment: |1⟩ decays to |0⟩.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P(1) ∝ e^(−t/T1)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918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508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dephasing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011680"/>
            <a:ext cx="21031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phase coherence between |0⟩ and |1⟩. The off-diagonal terms of ρ shrink as e^(−t/T2).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≤ 2T1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350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63640" y="1508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011680"/>
            <a:ext cx="21031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Coherence time sets how many gates fit before the state degrades. Goal: gate time ≪ T2.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Qubits (typical orders of magnitude)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822960" cy="54864"/>
          </a:xfrm>
          <a:prstGeom prst="rect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560320"/>
                <a:gridCol w="1920240"/>
                <a:gridCol w="14630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FD1C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|0⟩ / |1⟩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FD1C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Coherence T2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FD1C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FD1C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Superconducting transmon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lowest circuit energy levels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~10–100 µs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~10–100 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B4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Trapped 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3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internal atomic levels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3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seconds or more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3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~1–100 µs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365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 qubit (silicon)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 spin up / down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~10–100 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B4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3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Polarization H / 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3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by loss, not decay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3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Near-instant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365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vary widely by device and year; treat them as rough ranges.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822960" cy="54864"/>
          </a:xfrm>
          <a:prstGeom prst="rect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8046720" cy="3108960"/>
          </a:xfrm>
          <a:prstGeom prst="roundRect">
            <a:avLst>
              <a:gd name="adj" fmla="val 2941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11680"/>
            <a:ext cx="75895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 qubit is a unit vector in C²: |ψ⟩ = α|0⟩ + β|1⟩ (a spin-1/2 system)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Pure states are points on the Bloch sphere; mixed states lie inside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The Schrödinger equation gives unitary evolution: precession and Rabi rotations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Measurement follows the Born rule and collapses the state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Decoherence (T1, T2) limits how long quantum information survives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a Single Qubit Works</dc:title>
  <dc:subject>PptxGenJS Presentation</dc:subject>
  <dc:creator>PptxGenJS</dc:creator>
  <cp:lastModifiedBy>PptxGenJS</cp:lastModifiedBy>
  <cp:revision>1</cp:revision>
  <dcterms:created xsi:type="dcterms:W3CDTF">2026-10-27T16:47:44Z</dcterms:created>
  <dcterms:modified xsi:type="dcterms:W3CDTF">2026-10-27T16:47:44Z</dcterms:modified>
</cp:coreProperties>
</file>